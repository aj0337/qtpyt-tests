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0080625" cy="567055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DF43FB-1AFE-4ABE-B784-802BAECB4909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F6E839-229E-4CD9-9A95-C39802777A49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BDCBE3-400B-4DAE-A8BC-E6D790519199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01B597-88C7-4C66-A7F4-539755DA5849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E39C08-50DE-4337-863B-B7CD3B53F525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ADA3CD-8A9E-4FEE-8504-B723031D55F8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917AA0-F69D-4C17-A3E2-689117B253FE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22AFAF-D425-4E86-944C-DB20FE6028B9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75EA87-02CB-4C76-9117-26D962805515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53BDA9-AEE2-4F60-850B-E0F2B30F0B8F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2FED29-81F5-4300-B31D-49EAB33CCA91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468D42-419E-4F4A-AE9E-38690D21FBE4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r>
              <a:rPr lang="en-US" sz="4400" b="0" strike="noStrike" spc="-1">
                <a:latin typeface="Arial"/>
              </a:rPr>
              <a:t>Click to edit the title text format</a:t>
            </a:r>
            <a:endParaRPr lang="en-US" sz="4400" b="0" strike="noStrike" spc="-1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  <a:endParaRPr lang="en-US" sz="32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  <a:endParaRPr lang="en-US" sz="2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  <a:endParaRPr lang="en-US" sz="24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  <a:endParaRPr lang="en-US" sz="20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  <a:endParaRPr lang="en-US" sz="20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  <a:endParaRPr lang="en-US" sz="20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  <a:endParaRPr lang="en-US" sz="2000" b="0" strike="noStrike" spc="-1"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en-US" sz="1400" b="0" strike="noStrike" spc="-1">
                <a:latin typeface="Times New Roman"/>
              </a:defRPr>
            </a:lvl1pPr>
          </a:lstStyle>
          <a:p>
            <a:r>
              <a:rPr lang="en-US" sz="1400" b="0" strike="noStrike" spc="-1">
                <a:latin typeface="Times New Roman"/>
              </a:rPr>
              <a:t>&lt;date/time&gt;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  <a:endParaRPr lang="en-US" sz="1400" b="0" strike="noStrike" spc="-1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en-US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7E6483CE-05AD-4E00-B751-430EE88D13D3}" type="slidenum">
              <a:rPr lang="en-US" sz="1400" b="0" strike="noStrike" spc="-1">
                <a:latin typeface="Times New Roman"/>
              </a:rPr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>
            <a:off x="2182535" y="1338580"/>
            <a:ext cx="4932045" cy="2779560"/>
            <a:chOff x="2189520" y="1371600"/>
            <a:chExt cx="4932045" cy="2779560"/>
          </a:xfrm>
        </p:grpSpPr>
        <p:pic>
          <p:nvPicPr>
            <p:cNvPr id="52" name="Picture 5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2189520" y="1371600"/>
              <a:ext cx="4798080" cy="2779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3" name="Picture 5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4772065" y="2466975"/>
              <a:ext cx="2349500" cy="1567180"/>
            </a:xfrm>
            <a:prstGeom prst="rect">
              <a:avLst/>
            </a:prstGeom>
            <a:ln w="0"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/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SimSun</vt:lpstr>
      <vt:lpstr>Wingdings</vt:lpstr>
      <vt:lpstr>Arial</vt:lpstr>
      <vt:lpstr>Symbol</vt:lpstr>
      <vt:lpstr>Times New Roman</vt:lpstr>
      <vt:lpstr>DejaVu Sans</vt:lpstr>
      <vt:lpstr>微软雅黑</vt:lpstr>
      <vt:lpstr>Droid Sans Fallback</vt:lpstr>
      <vt:lpstr/>
      <vt:lpstr>Arial Unicode MS</vt:lpstr>
      <vt:lpstr>Standard Symbols PS</vt:lpstr>
      <vt:lpstr>Gubbi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anooja</cp:lastModifiedBy>
  <cp:revision>33</cp:revision>
  <dcterms:created xsi:type="dcterms:W3CDTF">2026-06-02T13:31:18Z</dcterms:created>
  <dcterms:modified xsi:type="dcterms:W3CDTF">2026-06-02T13:31:18Z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